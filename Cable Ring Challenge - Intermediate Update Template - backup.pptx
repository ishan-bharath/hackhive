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95" autoAdjust="0"/>
  </p:normalViewPr>
  <p:slideViewPr>
    <p:cSldViewPr snapToGrid="0">
      <p:cViewPr>
        <p:scale>
          <a:sx n="100" d="100"/>
          <a:sy n="100" d="100"/>
        </p:scale>
        <p:origin x="48" y="-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, Ragesh" userId="c00c8851-4f08-4919-99de-76ff1d9f4056" providerId="ADAL" clId="{06CEA498-E081-4B8C-9E43-9D24894E684B}"/>
    <pc:docChg chg="undo custSel addSld delSld modSld">
      <pc:chgData name="R, Ragesh" userId="c00c8851-4f08-4919-99de-76ff1d9f4056" providerId="ADAL" clId="{06CEA498-E081-4B8C-9E43-9D24894E684B}" dt="2026-10-16T05:22:04.082" v="149" actId="20577"/>
      <pc:docMkLst>
        <pc:docMk/>
      </pc:docMkLst>
      <pc:sldChg chg="addSp delSp modSp mod">
        <pc:chgData name="R, Ragesh" userId="c00c8851-4f08-4919-99de-76ff1d9f4056" providerId="ADAL" clId="{06CEA498-E081-4B8C-9E43-9D24894E684B}" dt="2026-10-16T05:22:04.082" v="149" actId="20577"/>
        <pc:sldMkLst>
          <pc:docMk/>
          <pc:sldMk cId="0" sldId="256"/>
        </pc:sldMkLst>
        <pc:spChg chg="add del">
          <ac:chgData name="R, Ragesh" userId="c00c8851-4f08-4919-99de-76ff1d9f4056" providerId="ADAL" clId="{06CEA498-E081-4B8C-9E43-9D24894E684B}" dt="2026-10-16T05:21:45.910" v="124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R, Ragesh" userId="c00c8851-4f08-4919-99de-76ff1d9f4056" providerId="ADAL" clId="{06CEA498-E081-4B8C-9E43-9D24894E684B}" dt="2026-10-16T05:22:04.082" v="149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">
        <pc:chgData name="R, Ragesh" userId="c00c8851-4f08-4919-99de-76ff1d9f4056" providerId="ADAL" clId="{06CEA498-E081-4B8C-9E43-9D24894E684B}" dt="2026-10-16T05:21:47.869" v="125" actId="478"/>
        <pc:sldMkLst>
          <pc:docMk/>
          <pc:sldMk cId="0" sldId="257"/>
        </pc:sldMkLst>
        <pc:spChg chg="add del">
          <ac:chgData name="R, Ragesh" userId="c00c8851-4f08-4919-99de-76ff1d9f4056" providerId="ADAL" clId="{06CEA498-E081-4B8C-9E43-9D24894E684B}" dt="2026-10-16T05:21:47.869" v="125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6T05:21:29.740" v="121" actId="478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R, Ragesh" userId="c00c8851-4f08-4919-99de-76ff1d9f4056" providerId="ADAL" clId="{06CEA498-E081-4B8C-9E43-9D24894E684B}" dt="2026-10-16T05:21:14.672" v="120" actId="20577"/>
        <pc:sldMkLst>
          <pc:docMk/>
          <pc:sldMk cId="0" sldId="258"/>
        </pc:sldMkLst>
        <pc:spChg chg="mod">
          <ac:chgData name="R, Ragesh" userId="c00c8851-4f08-4919-99de-76ff1d9f4056" providerId="ADAL" clId="{06CEA498-E081-4B8C-9E43-9D24894E684B}" dt="2026-10-16T05:21:14.672" v="120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, Ragesh" userId="c00c8851-4f08-4919-99de-76ff1d9f4056" providerId="ADAL" clId="{06CEA498-E081-4B8C-9E43-9D24894E684B}" dt="2026-10-15T12:10:23.808" v="117" actId="14100"/>
          <ac:spMkLst>
            <pc:docMk/>
            <pc:sldMk cId="0" sldId="258"/>
            <ac:spMk id="44" creationId="{00000000-0000-0000-0000-000000000000}"/>
          </ac:spMkLst>
        </pc:spChg>
        <pc:spChg chg="mod">
          <ac:chgData name="R, Ragesh" userId="c00c8851-4f08-4919-99de-76ff1d9f4056" providerId="ADAL" clId="{06CEA498-E081-4B8C-9E43-9D24894E684B}" dt="2026-10-15T12:10:32.193" v="119" actId="1036"/>
          <ac:spMkLst>
            <pc:docMk/>
            <pc:sldMk cId="0" sldId="258"/>
            <ac:spMk id="59" creationId="{00000000-0000-0000-0000-000000000000}"/>
          </ac:spMkLst>
        </pc:spChg>
      </pc:sldChg>
      <pc:sldChg chg="delSp modSp mod">
        <pc:chgData name="R, Ragesh" userId="c00c8851-4f08-4919-99de-76ff1d9f4056" providerId="ADAL" clId="{06CEA498-E081-4B8C-9E43-9D24894E684B}" dt="2026-10-15T10:27:29.146" v="82" actId="20577"/>
        <pc:sldMkLst>
          <pc:docMk/>
          <pc:sldMk cId="0" sldId="260"/>
        </pc:sldMkLst>
        <pc:spChg chg="mod">
          <ac:chgData name="R, Ragesh" userId="c00c8851-4f08-4919-99de-76ff1d9f4056" providerId="ADAL" clId="{06CEA498-E081-4B8C-9E43-9D24894E684B}" dt="2026-10-15T10:27:29.146" v="82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20" creationId="{00000000-0000-0000-0000-000000000000}"/>
          </ac:spMkLst>
        </pc:spChg>
      </pc:sldChg>
      <pc:sldChg chg="new del">
        <pc:chgData name="R, Ragesh" userId="c00c8851-4f08-4919-99de-76ff1d9f4056" providerId="ADAL" clId="{06CEA498-E081-4B8C-9E43-9D24894E684B}" dt="2026-10-15T10:26:53.174" v="2" actId="47"/>
        <pc:sldMkLst>
          <pc:docMk/>
          <pc:sldMk cId="1365799064" sldId="263"/>
        </pc:sldMkLst>
      </pc:sldChg>
      <pc:sldChg chg="new del">
        <pc:chgData name="R, Ragesh" userId="c00c8851-4f08-4919-99de-76ff1d9f4056" providerId="ADAL" clId="{06CEA498-E081-4B8C-9E43-9D24894E684B}" dt="2026-10-15T10:52:18.225" v="84" actId="47"/>
        <pc:sldMkLst>
          <pc:docMk/>
          <pc:sldMk cId="2915397632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80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B8C5-17D2-10B8-E10C-B6CF7958B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65844-3EE9-7F97-A7AE-989AFA3DF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56DE2-82A4-7BF8-DFD2-845421BA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49C70-691C-D0CB-51A1-53282A3C6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CAB0F-4E02-6456-3A1C-4CCD05A0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95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61EE-43EC-3853-5540-F0A8BBAA4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3E7E8-140B-152A-B3F1-462DB90F4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E9BDC-967E-D42E-DEF0-D37C0346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C5A7E-724E-7221-7C66-47B90DB5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BF641-64FD-A5BC-95AC-64055DD3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98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E071-6F43-2CAB-8B9E-468D262F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B2DD-BDF8-2F12-6851-82828FB30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DF150-1266-1EF5-D4B2-3986DF86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66900-785C-E200-A93B-2BB7794B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56D91-075A-13C7-C41C-47ABC7BF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52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E331-8445-F510-1E95-DBCE64DB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970BB-CA18-C9E3-606A-0A50D2F32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3A77F-07B2-A649-78CB-E0B8D42FD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DAF48-7327-D7C3-CE4A-39F865BD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DDF75-79E4-1A39-1042-6A2CF895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34CA5-BE73-5F62-DD52-948BD8F9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408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9BFD-F080-97DD-D637-82E2F9C0D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27D96-7F95-17EC-3305-7A6DC9BD4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B8A67-D90B-E802-7845-2F22A2710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8DC10-106D-B64D-FB50-BF085858C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67623-D629-467D-7B25-E94DDB216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1B685-467F-14B1-9BC4-24F9469C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8F4731-F439-4E7C-7AF4-EFE01D72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BC797-3603-1F9C-9B07-533C1DF9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15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77C03-3544-B28F-6942-871B3E69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2ACA9-B585-8441-4A04-FF453FB9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9FA25-4602-857D-B9D0-9E9072FD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2D7D4-EA8A-BFAD-5AFD-E24DA6C1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84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C080E-5529-E076-0597-A800FCB9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FF22E-2B44-27C7-5D31-14C9C56A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93C5D-AAE8-4BE7-C500-F3751104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39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A181-10D0-551F-2D7F-6ECB5BEE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6A4A5-A317-A2B5-0837-5E85E0F87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E3BDD-1E33-67BD-2264-8A55C6E12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1349D-D702-8D5F-B37E-5C4DCAF6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DF4F3-A2C1-A92E-291F-77166CB9E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B5ACF-ADDC-C7FC-7496-8820358F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509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7DB0-C228-7504-1F1C-43A821475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67BC9-1F93-7364-EAE7-905ABD9F327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DFAB1-DEAB-BFEF-DAC8-5A1AF199D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FD094-AAE7-67B8-F15E-60A50098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2755A-6EE4-1ED9-66D4-0B6E81A8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D0E7A-956D-926E-B314-9E821178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579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0AD22-F4F0-1619-76EA-580095182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F2D17-AF1B-B88E-AA12-A22217B17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A643-5D97-B3A6-1CAF-DB180290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421CB-2117-26CB-71B6-0575B6EEA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E66CE-505C-427A-6608-0D933143A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30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1FEB76-9EB8-6E77-1FFE-3B57D9EC5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18A65-3491-BA2A-960F-5CE649DA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51B54-F18F-2548-33A8-5AAD1F17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E4768-D1F4-9FE3-E47F-EC408204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36E3-45CE-F15E-985F-C3F4A1DC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56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C54A0-72D7-8473-E5A0-AACDA9DB7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101D5-28D4-0176-2A7A-E4CC1DD42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B39ED-0C5C-FFA0-C3E2-328FC981C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2BC1E-B30B-5E8C-59C2-DCB66684A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A00B0-9CBC-DC60-91C0-DDA54A321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4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/>
            <a:r>
              <a:rPr sz="2800" b="1">
                <a:solidFill>
                  <a:srgbClr val="1F2933"/>
                </a:solidFill>
                <a:latin typeface="Aptos"/>
              </a:rPr>
              <a:t>Solution approach and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0"/>
                </a:solidFill>
                <a:latin typeface="Aptos"/>
              </a:rPr>
              <a:t>How does your system work?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>
                <a:solidFill>
                  <a:srgbClr val="5B6770"/>
                </a:solidFill>
                <a:latin typeface="Aptos"/>
              </a:rPr>
              <a:t>Replace the grey text. Keep it short: about 10 minutes for all three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6492240"/>
            <a:ext cx="569671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770"/>
                </a:solidFill>
                <a:latin typeface="Aptos"/>
              </a:rPr>
              <a:t>Intermediate update  |  Team: [team name]  |  1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74552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33581"/>
            <a:ext cx="11064240" cy="22467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Team:  </a:t>
            </a:r>
            <a:r>
              <a:rPr sz="1100" b="0" i="0" dirty="0">
                <a:solidFill>
                  <a:srgbClr val="7B8794"/>
                </a:solidFill>
                <a:latin typeface="Aptos"/>
              </a:rPr>
              <a:t>[name]</a:t>
            </a:r>
            <a:r>
              <a:rPr sz="1100" b="1" i="0" dirty="0">
                <a:solidFill>
                  <a:srgbClr val="1F2933"/>
                </a:solidFill>
                <a:latin typeface="Aptos"/>
              </a:rPr>
              <a:t> </a:t>
            </a:r>
            <a:r>
              <a:rPr lang="en-IN" sz="1100" b="1" i="0">
                <a:solidFill>
                  <a:srgbClr val="1F2933"/>
                </a:solidFill>
                <a:latin typeface="Aptos"/>
              </a:rPr>
              <a:t>                       </a:t>
            </a:r>
            <a:r>
              <a:rPr sz="1100" b="1" i="0">
                <a:solidFill>
                  <a:srgbClr val="1F2933"/>
                </a:solidFill>
                <a:latin typeface="Aptos"/>
              </a:rPr>
              <a:t>Members</a:t>
            </a:r>
            <a:r>
              <a:rPr sz="1100" b="1" i="0" dirty="0">
                <a:solidFill>
                  <a:srgbClr val="1F2933"/>
                </a:solidFill>
                <a:latin typeface="Aptos"/>
              </a:rPr>
              <a:t>:  </a:t>
            </a:r>
            <a:r>
              <a:rPr sz="1100" b="0" i="0" dirty="0">
                <a:solidFill>
                  <a:srgbClr val="7B8794"/>
                </a:solidFill>
                <a:latin typeface="Aptos"/>
              </a:rPr>
              <a:t>[names]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7040880" cy="42976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075688"/>
            <a:ext cx="676656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Our approach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free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6675120" cy="3749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Describe your pipeline in your own words, from the plan to the final cable routes.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A diagram, a bullet list or pseudo-code all work. Use whatever is quickest.</a:t>
            </a:r>
          </a:p>
          <a:p>
            <a:pPr algn="l">
              <a:spcAft>
                <a:spcPts val="400"/>
              </a:spcAft>
            </a:pPr>
            <a:endParaRPr sz="1200" b="0" i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Name the algorithm you use for each part: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   hubs and zones   |   node order   |   routing   |   reducing crossings, overlap, bends</a:t>
            </a:r>
          </a:p>
          <a:p>
            <a:pPr algn="l">
              <a:spcAft>
                <a:spcPts val="400"/>
              </a:spcAft>
            </a:pPr>
            <a:endParaRPr sz="1200" b="0" i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In one line: why this approach?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7808" y="2011680"/>
            <a:ext cx="4123944" cy="42976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4968" y="2075688"/>
            <a:ext cx="3849624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Assumptions and choices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free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0688" y="242316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2514600"/>
            <a:ext cx="3794760" cy="3749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List what you decided where the problem statement leaves room, for example: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•  where cable may run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•  how you pick each hub point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•  how you handle a room with one door</a:t>
            </a:r>
          </a:p>
          <a:p>
            <a:pPr algn="l">
              <a:spcAft>
                <a:spcPts val="400"/>
              </a:spcAft>
            </a:pPr>
            <a:endParaRPr sz="1200" b="0" i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Note anything you read differently from the problem statement.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/>
            <a:r>
              <a:rPr sz="2800" b="1">
                <a:solidFill>
                  <a:srgbClr val="1F2933"/>
                </a:solidFill>
                <a:latin typeface="Aptos"/>
              </a:rPr>
              <a:t>Current progress and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0"/>
                </a:solidFill>
                <a:latin typeface="Aptos"/>
              </a:rPr>
              <a:t>What works today? Show it, and show what does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>
                <a:solidFill>
                  <a:srgbClr val="5B6770"/>
                </a:solidFill>
                <a:latin typeface="Aptos"/>
              </a:rPr>
              <a:t>Replace the grey text. Keep it short: about 10 minutes for all three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6492240"/>
            <a:ext cx="569671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770"/>
                </a:solidFill>
                <a:latin typeface="Aptos"/>
              </a:rPr>
              <a:t>Intermediate update  |  Team: [team name]  |  2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1188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B677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429000" cy="3931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[paste a screenshot of your overlay]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22392"/>
            <a:ext cx="36118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F2933"/>
                </a:solidFill>
                <a:latin typeface="Aptos"/>
              </a:rPr>
              <a:t>Best result so far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63040"/>
            <a:ext cx="361188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B677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59" y="1463040"/>
            <a:ext cx="3429000" cy="3931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[paste a screenshot: what goes wrong?]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5422392"/>
            <a:ext cx="36118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F2933"/>
                </a:solidFill>
                <a:latin typeface="Aptos"/>
              </a:rPr>
              <a:t>A hard case or a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463040"/>
            <a:ext cx="3822191" cy="484632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527048"/>
            <a:ext cx="354787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Where we are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free 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1965960"/>
            <a:ext cx="3520440" cy="4297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What works: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[a few words]</a:t>
            </a:r>
          </a:p>
          <a:p>
            <a:pPr algn="l">
              <a:spcAft>
                <a:spcPts val="300"/>
              </a:spcAft>
            </a:pPr>
            <a:endParaRPr sz="1200" b="0" i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What does not work yet: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[a few words]</a:t>
            </a:r>
          </a:p>
          <a:p>
            <a:pPr algn="l">
              <a:spcAft>
                <a:spcPts val="300"/>
              </a:spcAft>
            </a:pPr>
            <a:endParaRPr sz="1200" b="0" i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Results, in any form you like. For example: “8 of 10 test plans valid, 2 hubs on average”.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[your results]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/>
            <a:r>
              <a:rPr sz="2800" b="1">
                <a:solidFill>
                  <a:srgbClr val="1F2933"/>
                </a:solidFill>
                <a:latin typeface="Aptos"/>
              </a:rPr>
              <a:t>Remaining issues and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0"/>
                </a:solidFill>
                <a:latin typeface="Aptos"/>
              </a:rPr>
              <a:t>What is left to fix, and what could go beyond the current scope?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770"/>
                </a:solidFill>
                <a:latin typeface="Aptos"/>
              </a:rPr>
              <a:t>Replace the grey text. Keep it short: about 10 minutes for all three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6492240"/>
            <a:ext cx="569671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770"/>
                </a:solidFill>
                <a:latin typeface="Aptos"/>
              </a:rPr>
              <a:t>Intermediate update  |  Team: [team name]  |  3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559552" cy="36118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528523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Remaining issues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current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3063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List each open problem with a short cause and your planned fix.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Mark the ones that could stop you from finishing.</a:t>
            </a:r>
          </a:p>
          <a:p>
            <a:pPr algn="l">
              <a:spcAft>
                <a:spcPts val="400"/>
              </a:spcAft>
            </a:pPr>
            <a:endParaRPr sz="1200" b="0" i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1.  [issue: cause, fix]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2.  [ ... ]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3.  [ ...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605272" cy="36118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527048"/>
            <a:ext cx="533095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Improvements beyond scope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ideas, not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965960"/>
            <a:ext cx="5257800" cy="16045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Propose what could make the solution more useful in real life. What problem would it solve?</a:t>
            </a:r>
          </a:p>
          <a:p>
            <a:pPr algn="l">
              <a:spcAft>
                <a:spcPts val="400"/>
              </a:spcAft>
            </a:pPr>
            <a:endParaRPr sz="1200" b="0" i="0" dirty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1.  [idea: what it improves]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2.  [ ... ]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3.  [ ... ]</a:t>
            </a:r>
          </a:p>
          <a:p>
            <a:pPr algn="l">
              <a:spcAft>
                <a:spcPts val="400"/>
              </a:spcAft>
            </a:pPr>
            <a:endParaRPr sz="1200" b="0" i="0" dirty="0">
              <a:solidFill>
                <a:srgbClr val="7B8794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7200" y="5184648"/>
            <a:ext cx="11274552" cy="114300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5248656"/>
            <a:ext cx="1100023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Next steps and help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96128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What will you do in the remaining time, in order? What help do you need from the organisers?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461</Words>
  <Application>Microsoft Office PowerPoint</Application>
  <PresentationFormat>Widescreen</PresentationFormat>
  <Paragraphs>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Solution approach and algorithm</vt:lpstr>
      <vt:lpstr>Current progress and screenshots</vt:lpstr>
      <vt:lpstr>Remaining issues and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update template</dc:title>
  <dc:subject/>
  <dc:creator/>
  <cp:keywords/>
  <dc:description/>
  <cp:lastModifiedBy>R, Ragesh</cp:lastModifiedBy>
  <cp:revision>2</cp:revision>
  <dcterms:created xsi:type="dcterms:W3CDTF">2026-10-12T03:04:09Z</dcterms:created>
  <dcterms:modified xsi:type="dcterms:W3CDTF">2026-10-16T05:22:13Z</dcterms:modified>
  <cp:category/>
</cp:coreProperties>
</file>